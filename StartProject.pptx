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209C69-2DAE-487E-A253-6F1865BE1327}" type="doc">
      <dgm:prSet loTypeId="urn:microsoft.com/office/officeart/2005/8/layout/pictureOrgChart+Icon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L"/>
        </a:p>
      </dgm:t>
    </dgm:pt>
    <dgm:pt modelId="{7519A753-7426-43BA-9ABD-A1D062102844}">
      <dgm:prSet phldrT="[Text]" phldr="0"/>
      <dgm:spPr/>
      <dgm:t>
        <a:bodyPr/>
        <a:lstStyle/>
        <a:p>
          <a:r>
            <a:rPr lang="en-IL" dirty="0"/>
            <a:t>Home Page</a:t>
          </a:r>
        </a:p>
      </dgm:t>
    </dgm:pt>
    <dgm:pt modelId="{7B098502-DEC4-4CAE-BA78-E4B90856DA11}" type="parTrans" cxnId="{9D236499-BA68-4326-806F-77D78C3532BE}">
      <dgm:prSet/>
      <dgm:spPr/>
      <dgm:t>
        <a:bodyPr/>
        <a:lstStyle/>
        <a:p>
          <a:endParaRPr lang="en-IL"/>
        </a:p>
      </dgm:t>
    </dgm:pt>
    <dgm:pt modelId="{68F5700D-FB32-44D0-9C72-A6902FF04E1B}" type="sibTrans" cxnId="{9D236499-BA68-4326-806F-77D78C3532BE}">
      <dgm:prSet/>
      <dgm:spPr/>
      <dgm:t>
        <a:bodyPr/>
        <a:lstStyle/>
        <a:p>
          <a:endParaRPr lang="en-IL"/>
        </a:p>
      </dgm:t>
    </dgm:pt>
    <dgm:pt modelId="{500C97AA-1A78-45B0-8B75-A860CEB63659}" type="asst">
      <dgm:prSet phldrT="[Text]" phldr="0"/>
      <dgm:spPr/>
      <dgm:t>
        <a:bodyPr/>
        <a:lstStyle/>
        <a:p>
          <a:r>
            <a:rPr lang="en-IL" dirty="0"/>
            <a:t>About</a:t>
          </a:r>
        </a:p>
      </dgm:t>
    </dgm:pt>
    <dgm:pt modelId="{B51C1015-D89E-4F4E-9D48-DCFDCE076D22}" type="parTrans" cxnId="{00282839-22AB-45AE-9F53-26F0D7DAFEAB}">
      <dgm:prSet/>
      <dgm:spPr/>
      <dgm:t>
        <a:bodyPr/>
        <a:lstStyle/>
        <a:p>
          <a:endParaRPr lang="en-IL"/>
        </a:p>
      </dgm:t>
    </dgm:pt>
    <dgm:pt modelId="{9B9E2B53-9FD6-4416-978D-A303ADBAB128}" type="sibTrans" cxnId="{00282839-22AB-45AE-9F53-26F0D7DAFEAB}">
      <dgm:prSet/>
      <dgm:spPr/>
      <dgm:t>
        <a:bodyPr/>
        <a:lstStyle/>
        <a:p>
          <a:endParaRPr lang="en-IL"/>
        </a:p>
      </dgm:t>
    </dgm:pt>
    <dgm:pt modelId="{3D178E38-DAA1-418A-9AF7-0031A017EE91}">
      <dgm:prSet phldrT="[Text]" phldr="0"/>
      <dgm:spPr/>
      <dgm:t>
        <a:bodyPr/>
        <a:lstStyle/>
        <a:p>
          <a:r>
            <a:rPr lang="en-IL" dirty="0"/>
            <a:t>Our Services</a:t>
          </a:r>
        </a:p>
      </dgm:t>
    </dgm:pt>
    <dgm:pt modelId="{9FF22CC0-7FEC-4F3F-907E-E5EA79CC9D54}" type="parTrans" cxnId="{AF3643B3-487A-4B2E-9800-0FE726AE316B}">
      <dgm:prSet/>
      <dgm:spPr/>
      <dgm:t>
        <a:bodyPr/>
        <a:lstStyle/>
        <a:p>
          <a:endParaRPr lang="en-IL"/>
        </a:p>
      </dgm:t>
    </dgm:pt>
    <dgm:pt modelId="{F123685E-7797-4533-9B6E-7B968F0F2F75}" type="sibTrans" cxnId="{AF3643B3-487A-4B2E-9800-0FE726AE316B}">
      <dgm:prSet/>
      <dgm:spPr/>
      <dgm:t>
        <a:bodyPr/>
        <a:lstStyle/>
        <a:p>
          <a:endParaRPr lang="en-IL"/>
        </a:p>
      </dgm:t>
    </dgm:pt>
    <dgm:pt modelId="{F93BE9C7-A1EA-4F52-A7FC-264E0BC0050D}">
      <dgm:prSet phldrT="[Text]" phldr="0"/>
      <dgm:spPr/>
      <dgm:t>
        <a:bodyPr/>
        <a:lstStyle/>
        <a:p>
          <a:r>
            <a:rPr lang="en-IL" dirty="0"/>
            <a:t>Our Products</a:t>
          </a:r>
        </a:p>
      </dgm:t>
    </dgm:pt>
    <dgm:pt modelId="{6F6B22ED-B4C1-4CB2-81A4-64157BD86B1B}" type="parTrans" cxnId="{4AF1683B-917A-4E7C-906C-59AA6395B1FF}">
      <dgm:prSet/>
      <dgm:spPr/>
      <dgm:t>
        <a:bodyPr/>
        <a:lstStyle/>
        <a:p>
          <a:endParaRPr lang="en-IL"/>
        </a:p>
      </dgm:t>
    </dgm:pt>
    <dgm:pt modelId="{D78FC184-4FC4-404A-A6B7-BC5379521122}" type="sibTrans" cxnId="{4AF1683B-917A-4E7C-906C-59AA6395B1FF}">
      <dgm:prSet/>
      <dgm:spPr/>
      <dgm:t>
        <a:bodyPr/>
        <a:lstStyle/>
        <a:p>
          <a:endParaRPr lang="en-IL"/>
        </a:p>
      </dgm:t>
    </dgm:pt>
    <dgm:pt modelId="{016AC389-7692-4A02-A16A-8DBD8C7F71C6}">
      <dgm:prSet phldrT="[Text]" phldr="0"/>
      <dgm:spPr/>
      <dgm:t>
        <a:bodyPr/>
        <a:lstStyle/>
        <a:p>
          <a:r>
            <a:rPr lang="en-IL" dirty="0"/>
            <a:t>Careers</a:t>
          </a:r>
        </a:p>
      </dgm:t>
    </dgm:pt>
    <dgm:pt modelId="{43E56EF2-8238-4929-888E-1FE176A5E413}" type="parTrans" cxnId="{F16D6DB5-43BC-4845-B3F2-F01B3E452F88}">
      <dgm:prSet/>
      <dgm:spPr/>
      <dgm:t>
        <a:bodyPr/>
        <a:lstStyle/>
        <a:p>
          <a:endParaRPr lang="en-IL"/>
        </a:p>
      </dgm:t>
    </dgm:pt>
    <dgm:pt modelId="{AC491654-6839-483A-A46D-A7009C1CAA79}" type="sibTrans" cxnId="{F16D6DB5-43BC-4845-B3F2-F01B3E452F88}">
      <dgm:prSet/>
      <dgm:spPr/>
      <dgm:t>
        <a:bodyPr/>
        <a:lstStyle/>
        <a:p>
          <a:endParaRPr lang="en-IL"/>
        </a:p>
      </dgm:t>
    </dgm:pt>
    <dgm:pt modelId="{EE7A57B8-B092-45DB-8753-72A7977CBB05}" type="pres">
      <dgm:prSet presAssocID="{D4209C69-2DAE-487E-A253-6F1865BE1327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8A7D93B-4519-4224-BFC5-BB2BD6AB4302}" type="pres">
      <dgm:prSet presAssocID="{7519A753-7426-43BA-9ABD-A1D062102844}" presName="hierRoot1" presStyleCnt="0">
        <dgm:presLayoutVars>
          <dgm:hierBranch val="init"/>
        </dgm:presLayoutVars>
      </dgm:prSet>
      <dgm:spPr/>
    </dgm:pt>
    <dgm:pt modelId="{1FC3E38A-009E-4504-BF19-9494AA964F1A}" type="pres">
      <dgm:prSet presAssocID="{7519A753-7426-43BA-9ABD-A1D062102844}" presName="rootComposite1" presStyleCnt="0"/>
      <dgm:spPr/>
    </dgm:pt>
    <dgm:pt modelId="{02543EB9-4E6D-4254-B285-D40EBE974E90}" type="pres">
      <dgm:prSet presAssocID="{7519A753-7426-43BA-9ABD-A1D062102844}" presName="rootText1" presStyleLbl="node0" presStyleIdx="0" presStyleCnt="1">
        <dgm:presLayoutVars>
          <dgm:chPref val="3"/>
        </dgm:presLayoutVars>
      </dgm:prSet>
      <dgm:spPr/>
    </dgm:pt>
    <dgm:pt modelId="{68099FEF-D9AA-4A88-BD36-119EE2399F30}" type="pres">
      <dgm:prSet presAssocID="{7519A753-7426-43BA-9ABD-A1D062102844}" presName="rootPict1" presStyleLbl="alignImgPlace1" presStyleIdx="0" presStyleCnt="5"/>
      <dgm:spPr/>
    </dgm:pt>
    <dgm:pt modelId="{BE053FEC-775B-4528-8BA0-E396BFA0B417}" type="pres">
      <dgm:prSet presAssocID="{7519A753-7426-43BA-9ABD-A1D062102844}" presName="rootConnector1" presStyleLbl="node1" presStyleIdx="0" presStyleCnt="0"/>
      <dgm:spPr/>
    </dgm:pt>
    <dgm:pt modelId="{F3AE2617-DC11-452C-8447-9892DEE03AE4}" type="pres">
      <dgm:prSet presAssocID="{7519A753-7426-43BA-9ABD-A1D062102844}" presName="hierChild2" presStyleCnt="0"/>
      <dgm:spPr/>
    </dgm:pt>
    <dgm:pt modelId="{F5B53E93-B924-4561-B9CE-079CFD992AE8}" type="pres">
      <dgm:prSet presAssocID="{9FF22CC0-7FEC-4F3F-907E-E5EA79CC9D54}" presName="Name37" presStyleLbl="parChTrans1D2" presStyleIdx="0" presStyleCnt="4"/>
      <dgm:spPr/>
    </dgm:pt>
    <dgm:pt modelId="{EF80E6DF-07E4-44A6-8028-2774259AB00C}" type="pres">
      <dgm:prSet presAssocID="{3D178E38-DAA1-418A-9AF7-0031A017EE91}" presName="hierRoot2" presStyleCnt="0">
        <dgm:presLayoutVars>
          <dgm:hierBranch val="init"/>
        </dgm:presLayoutVars>
      </dgm:prSet>
      <dgm:spPr/>
    </dgm:pt>
    <dgm:pt modelId="{6988CD92-D640-493A-AC2D-2CA2CD1AC481}" type="pres">
      <dgm:prSet presAssocID="{3D178E38-DAA1-418A-9AF7-0031A017EE91}" presName="rootComposite" presStyleCnt="0"/>
      <dgm:spPr/>
    </dgm:pt>
    <dgm:pt modelId="{57EBEE5B-1FE6-4E9C-86D4-6DF2E93FDAFA}" type="pres">
      <dgm:prSet presAssocID="{3D178E38-DAA1-418A-9AF7-0031A017EE91}" presName="rootText" presStyleLbl="node2" presStyleIdx="0" presStyleCnt="3">
        <dgm:presLayoutVars>
          <dgm:chPref val="3"/>
        </dgm:presLayoutVars>
      </dgm:prSet>
      <dgm:spPr/>
    </dgm:pt>
    <dgm:pt modelId="{84B222E1-0403-48F2-8DC5-F068DAA45207}" type="pres">
      <dgm:prSet presAssocID="{3D178E38-DAA1-418A-9AF7-0031A017EE91}" presName="rootPict" presStyleLbl="alignImgPlace1" presStyleIdx="1" presStyleCnt="5"/>
      <dgm:spPr/>
    </dgm:pt>
    <dgm:pt modelId="{0A2E2156-1C7F-4AAA-86DC-2630D468ABA9}" type="pres">
      <dgm:prSet presAssocID="{3D178E38-DAA1-418A-9AF7-0031A017EE91}" presName="rootConnector" presStyleLbl="node2" presStyleIdx="0" presStyleCnt="3"/>
      <dgm:spPr/>
    </dgm:pt>
    <dgm:pt modelId="{CDFA1288-B3F4-45AC-BEBE-2A1294617666}" type="pres">
      <dgm:prSet presAssocID="{3D178E38-DAA1-418A-9AF7-0031A017EE91}" presName="hierChild4" presStyleCnt="0"/>
      <dgm:spPr/>
    </dgm:pt>
    <dgm:pt modelId="{89F5ABF6-BEEC-4995-9075-7AC437FAE5E7}" type="pres">
      <dgm:prSet presAssocID="{3D178E38-DAA1-418A-9AF7-0031A017EE91}" presName="hierChild5" presStyleCnt="0"/>
      <dgm:spPr/>
    </dgm:pt>
    <dgm:pt modelId="{15186CE3-899F-40F2-A894-9F6C790508D7}" type="pres">
      <dgm:prSet presAssocID="{6F6B22ED-B4C1-4CB2-81A4-64157BD86B1B}" presName="Name37" presStyleLbl="parChTrans1D2" presStyleIdx="1" presStyleCnt="4"/>
      <dgm:spPr/>
    </dgm:pt>
    <dgm:pt modelId="{B19EB2BC-AFB0-4BDA-B9C8-DD34C5BF34FD}" type="pres">
      <dgm:prSet presAssocID="{F93BE9C7-A1EA-4F52-A7FC-264E0BC0050D}" presName="hierRoot2" presStyleCnt="0">
        <dgm:presLayoutVars>
          <dgm:hierBranch val="init"/>
        </dgm:presLayoutVars>
      </dgm:prSet>
      <dgm:spPr/>
    </dgm:pt>
    <dgm:pt modelId="{A7FE5789-A198-4DE4-B522-9E8A2B883DFF}" type="pres">
      <dgm:prSet presAssocID="{F93BE9C7-A1EA-4F52-A7FC-264E0BC0050D}" presName="rootComposite" presStyleCnt="0"/>
      <dgm:spPr/>
    </dgm:pt>
    <dgm:pt modelId="{8E12965B-0109-4AB7-BF39-7BE05E62BC0A}" type="pres">
      <dgm:prSet presAssocID="{F93BE9C7-A1EA-4F52-A7FC-264E0BC0050D}" presName="rootText" presStyleLbl="node2" presStyleIdx="1" presStyleCnt="3">
        <dgm:presLayoutVars>
          <dgm:chPref val="3"/>
        </dgm:presLayoutVars>
      </dgm:prSet>
      <dgm:spPr/>
    </dgm:pt>
    <dgm:pt modelId="{852523CD-026F-4FCB-AA5D-06FFBEFB1C7B}" type="pres">
      <dgm:prSet presAssocID="{F93BE9C7-A1EA-4F52-A7FC-264E0BC0050D}" presName="rootPict" presStyleLbl="alignImgPlace1" presStyleIdx="2" presStyleCnt="5"/>
      <dgm:spPr/>
    </dgm:pt>
    <dgm:pt modelId="{FBBE7FF1-C7CB-4D15-B921-FEC5E102F984}" type="pres">
      <dgm:prSet presAssocID="{F93BE9C7-A1EA-4F52-A7FC-264E0BC0050D}" presName="rootConnector" presStyleLbl="node2" presStyleIdx="1" presStyleCnt="3"/>
      <dgm:spPr/>
    </dgm:pt>
    <dgm:pt modelId="{09C67986-C381-4935-8FD3-62D52D06CC4D}" type="pres">
      <dgm:prSet presAssocID="{F93BE9C7-A1EA-4F52-A7FC-264E0BC0050D}" presName="hierChild4" presStyleCnt="0"/>
      <dgm:spPr/>
    </dgm:pt>
    <dgm:pt modelId="{770D2313-8E5E-424B-8BA0-16152BBEA868}" type="pres">
      <dgm:prSet presAssocID="{F93BE9C7-A1EA-4F52-A7FC-264E0BC0050D}" presName="hierChild5" presStyleCnt="0"/>
      <dgm:spPr/>
    </dgm:pt>
    <dgm:pt modelId="{212A5E5E-348B-4654-8049-2212489D1E67}" type="pres">
      <dgm:prSet presAssocID="{43E56EF2-8238-4929-888E-1FE176A5E413}" presName="Name37" presStyleLbl="parChTrans1D2" presStyleIdx="2" presStyleCnt="4"/>
      <dgm:spPr/>
    </dgm:pt>
    <dgm:pt modelId="{DA0EA054-9E23-4122-8F49-A88A7DDE0F9B}" type="pres">
      <dgm:prSet presAssocID="{016AC389-7692-4A02-A16A-8DBD8C7F71C6}" presName="hierRoot2" presStyleCnt="0">
        <dgm:presLayoutVars>
          <dgm:hierBranch val="init"/>
        </dgm:presLayoutVars>
      </dgm:prSet>
      <dgm:spPr/>
    </dgm:pt>
    <dgm:pt modelId="{72F7DF51-AA56-4966-82CB-D124E1B7EC40}" type="pres">
      <dgm:prSet presAssocID="{016AC389-7692-4A02-A16A-8DBD8C7F71C6}" presName="rootComposite" presStyleCnt="0"/>
      <dgm:spPr/>
    </dgm:pt>
    <dgm:pt modelId="{6DAD2A95-ACF4-40DE-AD4F-6347AC2A01F7}" type="pres">
      <dgm:prSet presAssocID="{016AC389-7692-4A02-A16A-8DBD8C7F71C6}" presName="rootText" presStyleLbl="node2" presStyleIdx="2" presStyleCnt="3">
        <dgm:presLayoutVars>
          <dgm:chPref val="3"/>
        </dgm:presLayoutVars>
      </dgm:prSet>
      <dgm:spPr/>
    </dgm:pt>
    <dgm:pt modelId="{A3211FAD-3FF2-4572-8D03-604D63120E0F}" type="pres">
      <dgm:prSet presAssocID="{016AC389-7692-4A02-A16A-8DBD8C7F71C6}" presName="rootPict" presStyleLbl="alignImgPlace1" presStyleIdx="3" presStyleCnt="5"/>
      <dgm:spPr/>
    </dgm:pt>
    <dgm:pt modelId="{44B3C47B-8AA4-4DCF-BBD7-0BCB2183A673}" type="pres">
      <dgm:prSet presAssocID="{016AC389-7692-4A02-A16A-8DBD8C7F71C6}" presName="rootConnector" presStyleLbl="node2" presStyleIdx="2" presStyleCnt="3"/>
      <dgm:spPr/>
    </dgm:pt>
    <dgm:pt modelId="{BC7791BA-4088-4FF4-B3AA-8781E05CD53C}" type="pres">
      <dgm:prSet presAssocID="{016AC389-7692-4A02-A16A-8DBD8C7F71C6}" presName="hierChild4" presStyleCnt="0"/>
      <dgm:spPr/>
    </dgm:pt>
    <dgm:pt modelId="{18809054-8C74-4CAE-84F0-2B3863828130}" type="pres">
      <dgm:prSet presAssocID="{016AC389-7692-4A02-A16A-8DBD8C7F71C6}" presName="hierChild5" presStyleCnt="0"/>
      <dgm:spPr/>
    </dgm:pt>
    <dgm:pt modelId="{3D0C275B-BB0D-4D60-9892-2E41A5D8EE6E}" type="pres">
      <dgm:prSet presAssocID="{7519A753-7426-43BA-9ABD-A1D062102844}" presName="hierChild3" presStyleCnt="0"/>
      <dgm:spPr/>
    </dgm:pt>
    <dgm:pt modelId="{C846C8F0-DAF6-4E8D-941C-42AB8BF223A8}" type="pres">
      <dgm:prSet presAssocID="{B51C1015-D89E-4F4E-9D48-DCFDCE076D22}" presName="Name111" presStyleLbl="parChTrans1D2" presStyleIdx="3" presStyleCnt="4"/>
      <dgm:spPr/>
    </dgm:pt>
    <dgm:pt modelId="{C355837F-C1B1-453D-B254-41A4AA62EABB}" type="pres">
      <dgm:prSet presAssocID="{500C97AA-1A78-45B0-8B75-A860CEB63659}" presName="hierRoot3" presStyleCnt="0">
        <dgm:presLayoutVars>
          <dgm:hierBranch val="init"/>
        </dgm:presLayoutVars>
      </dgm:prSet>
      <dgm:spPr/>
    </dgm:pt>
    <dgm:pt modelId="{FB51CDD2-7820-4E69-BEF3-96F3171D97A2}" type="pres">
      <dgm:prSet presAssocID="{500C97AA-1A78-45B0-8B75-A860CEB63659}" presName="rootComposite3" presStyleCnt="0"/>
      <dgm:spPr/>
    </dgm:pt>
    <dgm:pt modelId="{6C4E16E9-8DF4-4180-9601-936D71B2E7A5}" type="pres">
      <dgm:prSet presAssocID="{500C97AA-1A78-45B0-8B75-A860CEB63659}" presName="rootText3" presStyleLbl="asst1" presStyleIdx="0" presStyleCnt="1">
        <dgm:presLayoutVars>
          <dgm:chPref val="3"/>
        </dgm:presLayoutVars>
      </dgm:prSet>
      <dgm:spPr/>
    </dgm:pt>
    <dgm:pt modelId="{E367FADA-E309-46AA-B035-2223FE78E78F}" type="pres">
      <dgm:prSet presAssocID="{500C97AA-1A78-45B0-8B75-A860CEB63659}" presName="rootPict3" presStyleLbl="alignImgPlace1" presStyleIdx="4" presStyleCnt="5"/>
      <dgm:spPr/>
    </dgm:pt>
    <dgm:pt modelId="{F1634833-D942-4929-AD41-3F40C25535D6}" type="pres">
      <dgm:prSet presAssocID="{500C97AA-1A78-45B0-8B75-A860CEB63659}" presName="rootConnector3" presStyleLbl="asst1" presStyleIdx="0" presStyleCnt="1"/>
      <dgm:spPr/>
    </dgm:pt>
    <dgm:pt modelId="{08A9A9D0-6B94-4CA6-8768-D45E926143BF}" type="pres">
      <dgm:prSet presAssocID="{500C97AA-1A78-45B0-8B75-A860CEB63659}" presName="hierChild6" presStyleCnt="0"/>
      <dgm:spPr/>
    </dgm:pt>
    <dgm:pt modelId="{73785C0C-D9B6-4FAC-98E7-7EBA167A0AC4}" type="pres">
      <dgm:prSet presAssocID="{500C97AA-1A78-45B0-8B75-A860CEB63659}" presName="hierChild7" presStyleCnt="0"/>
      <dgm:spPr/>
    </dgm:pt>
  </dgm:ptLst>
  <dgm:cxnLst>
    <dgm:cxn modelId="{4957B80F-9F18-4916-A1D1-17561E66D80D}" type="presOf" srcId="{D4209C69-2DAE-487E-A253-6F1865BE1327}" destId="{EE7A57B8-B092-45DB-8753-72A7977CBB05}" srcOrd="0" destOrd="0" presId="urn:microsoft.com/office/officeart/2005/8/layout/pictureOrgChart+Icon"/>
    <dgm:cxn modelId="{9AA06120-D847-4E06-8CD6-46FBFF27F266}" type="presOf" srcId="{3D178E38-DAA1-418A-9AF7-0031A017EE91}" destId="{0A2E2156-1C7F-4AAA-86DC-2630D468ABA9}" srcOrd="1" destOrd="0" presId="urn:microsoft.com/office/officeart/2005/8/layout/pictureOrgChart+Icon"/>
    <dgm:cxn modelId="{AE8D2022-674A-4B39-BA8A-3380854F1484}" type="presOf" srcId="{B51C1015-D89E-4F4E-9D48-DCFDCE076D22}" destId="{C846C8F0-DAF6-4E8D-941C-42AB8BF223A8}" srcOrd="0" destOrd="0" presId="urn:microsoft.com/office/officeart/2005/8/layout/pictureOrgChart+Icon"/>
    <dgm:cxn modelId="{7D102E27-566F-462E-B393-82B26F21E1C3}" type="presOf" srcId="{500C97AA-1A78-45B0-8B75-A860CEB63659}" destId="{F1634833-D942-4929-AD41-3F40C25535D6}" srcOrd="1" destOrd="0" presId="urn:microsoft.com/office/officeart/2005/8/layout/pictureOrgChart+Icon"/>
    <dgm:cxn modelId="{00282839-22AB-45AE-9F53-26F0D7DAFEAB}" srcId="{7519A753-7426-43BA-9ABD-A1D062102844}" destId="{500C97AA-1A78-45B0-8B75-A860CEB63659}" srcOrd="0" destOrd="0" parTransId="{B51C1015-D89E-4F4E-9D48-DCFDCE076D22}" sibTransId="{9B9E2B53-9FD6-4416-978D-A303ADBAB128}"/>
    <dgm:cxn modelId="{4AF1683B-917A-4E7C-906C-59AA6395B1FF}" srcId="{7519A753-7426-43BA-9ABD-A1D062102844}" destId="{F93BE9C7-A1EA-4F52-A7FC-264E0BC0050D}" srcOrd="2" destOrd="0" parTransId="{6F6B22ED-B4C1-4CB2-81A4-64157BD86B1B}" sibTransId="{D78FC184-4FC4-404A-A6B7-BC5379521122}"/>
    <dgm:cxn modelId="{4AD9E53D-B40D-4C3C-829F-C8958AC8F94E}" type="presOf" srcId="{43E56EF2-8238-4929-888E-1FE176A5E413}" destId="{212A5E5E-348B-4654-8049-2212489D1E67}" srcOrd="0" destOrd="0" presId="urn:microsoft.com/office/officeart/2005/8/layout/pictureOrgChart+Icon"/>
    <dgm:cxn modelId="{A97FB551-A6EF-412A-9BE7-D770D58333B8}" type="presOf" srcId="{500C97AA-1A78-45B0-8B75-A860CEB63659}" destId="{6C4E16E9-8DF4-4180-9601-936D71B2E7A5}" srcOrd="0" destOrd="0" presId="urn:microsoft.com/office/officeart/2005/8/layout/pictureOrgChart+Icon"/>
    <dgm:cxn modelId="{736D0073-F380-4A13-ABC4-4609535E2D8E}" type="presOf" srcId="{7519A753-7426-43BA-9ABD-A1D062102844}" destId="{BE053FEC-775B-4528-8BA0-E396BFA0B417}" srcOrd="1" destOrd="0" presId="urn:microsoft.com/office/officeart/2005/8/layout/pictureOrgChart+Icon"/>
    <dgm:cxn modelId="{7C9A1D75-5FC1-4E74-A065-FB487888F01D}" type="presOf" srcId="{F93BE9C7-A1EA-4F52-A7FC-264E0BC0050D}" destId="{8E12965B-0109-4AB7-BF39-7BE05E62BC0A}" srcOrd="0" destOrd="0" presId="urn:microsoft.com/office/officeart/2005/8/layout/pictureOrgChart+Icon"/>
    <dgm:cxn modelId="{F942D38F-201A-41E1-AC23-ABCDE3231111}" type="presOf" srcId="{7519A753-7426-43BA-9ABD-A1D062102844}" destId="{02543EB9-4E6D-4254-B285-D40EBE974E90}" srcOrd="0" destOrd="0" presId="urn:microsoft.com/office/officeart/2005/8/layout/pictureOrgChart+Icon"/>
    <dgm:cxn modelId="{9D236499-BA68-4326-806F-77D78C3532BE}" srcId="{D4209C69-2DAE-487E-A253-6F1865BE1327}" destId="{7519A753-7426-43BA-9ABD-A1D062102844}" srcOrd="0" destOrd="0" parTransId="{7B098502-DEC4-4CAE-BA78-E4B90856DA11}" sibTransId="{68F5700D-FB32-44D0-9C72-A6902FF04E1B}"/>
    <dgm:cxn modelId="{ABC6B19B-9CDF-430D-8B8D-BCDB6D52B897}" type="presOf" srcId="{F93BE9C7-A1EA-4F52-A7FC-264E0BC0050D}" destId="{FBBE7FF1-C7CB-4D15-B921-FEC5E102F984}" srcOrd="1" destOrd="0" presId="urn:microsoft.com/office/officeart/2005/8/layout/pictureOrgChart+Icon"/>
    <dgm:cxn modelId="{AF3643B3-487A-4B2E-9800-0FE726AE316B}" srcId="{7519A753-7426-43BA-9ABD-A1D062102844}" destId="{3D178E38-DAA1-418A-9AF7-0031A017EE91}" srcOrd="1" destOrd="0" parTransId="{9FF22CC0-7FEC-4F3F-907E-E5EA79CC9D54}" sibTransId="{F123685E-7797-4533-9B6E-7B968F0F2F75}"/>
    <dgm:cxn modelId="{F16D6DB5-43BC-4845-B3F2-F01B3E452F88}" srcId="{7519A753-7426-43BA-9ABD-A1D062102844}" destId="{016AC389-7692-4A02-A16A-8DBD8C7F71C6}" srcOrd="3" destOrd="0" parTransId="{43E56EF2-8238-4929-888E-1FE176A5E413}" sibTransId="{AC491654-6839-483A-A46D-A7009C1CAA79}"/>
    <dgm:cxn modelId="{609CEECC-28CA-4FB8-8B09-01559100179F}" type="presOf" srcId="{016AC389-7692-4A02-A16A-8DBD8C7F71C6}" destId="{6DAD2A95-ACF4-40DE-AD4F-6347AC2A01F7}" srcOrd="0" destOrd="0" presId="urn:microsoft.com/office/officeart/2005/8/layout/pictureOrgChart+Icon"/>
    <dgm:cxn modelId="{489448E8-5898-4DB3-902B-F95678DF6FDD}" type="presOf" srcId="{3D178E38-DAA1-418A-9AF7-0031A017EE91}" destId="{57EBEE5B-1FE6-4E9C-86D4-6DF2E93FDAFA}" srcOrd="0" destOrd="0" presId="urn:microsoft.com/office/officeart/2005/8/layout/pictureOrgChart+Icon"/>
    <dgm:cxn modelId="{9CD913EE-17B3-4F4F-81F5-BF8C13D393B1}" type="presOf" srcId="{6F6B22ED-B4C1-4CB2-81A4-64157BD86B1B}" destId="{15186CE3-899F-40F2-A894-9F6C790508D7}" srcOrd="0" destOrd="0" presId="urn:microsoft.com/office/officeart/2005/8/layout/pictureOrgChart+Icon"/>
    <dgm:cxn modelId="{C9132CF0-8324-4C63-8D5B-14186D4A7E62}" type="presOf" srcId="{9FF22CC0-7FEC-4F3F-907E-E5EA79CC9D54}" destId="{F5B53E93-B924-4561-B9CE-079CFD992AE8}" srcOrd="0" destOrd="0" presId="urn:microsoft.com/office/officeart/2005/8/layout/pictureOrgChart+Icon"/>
    <dgm:cxn modelId="{E9A42CF0-028A-4C33-B067-F553E2C75E15}" type="presOf" srcId="{016AC389-7692-4A02-A16A-8DBD8C7F71C6}" destId="{44B3C47B-8AA4-4DCF-BBD7-0BCB2183A673}" srcOrd="1" destOrd="0" presId="urn:microsoft.com/office/officeart/2005/8/layout/pictureOrgChart+Icon"/>
    <dgm:cxn modelId="{94D136C4-386F-4DFB-8110-852F5A1C7E94}" type="presParOf" srcId="{EE7A57B8-B092-45DB-8753-72A7977CBB05}" destId="{38A7D93B-4519-4224-BFC5-BB2BD6AB4302}" srcOrd="0" destOrd="0" presId="urn:microsoft.com/office/officeart/2005/8/layout/pictureOrgChart+Icon"/>
    <dgm:cxn modelId="{4071C15D-7335-447C-8BBA-42A4D28DA825}" type="presParOf" srcId="{38A7D93B-4519-4224-BFC5-BB2BD6AB4302}" destId="{1FC3E38A-009E-4504-BF19-9494AA964F1A}" srcOrd="0" destOrd="0" presId="urn:microsoft.com/office/officeart/2005/8/layout/pictureOrgChart+Icon"/>
    <dgm:cxn modelId="{E5C90BAB-7348-49BE-9DD5-B11E8FC741A7}" type="presParOf" srcId="{1FC3E38A-009E-4504-BF19-9494AA964F1A}" destId="{02543EB9-4E6D-4254-B285-D40EBE974E90}" srcOrd="0" destOrd="0" presId="urn:microsoft.com/office/officeart/2005/8/layout/pictureOrgChart+Icon"/>
    <dgm:cxn modelId="{E4C39226-33F9-4D92-B30D-7EB31DA98547}" type="presParOf" srcId="{1FC3E38A-009E-4504-BF19-9494AA964F1A}" destId="{68099FEF-D9AA-4A88-BD36-119EE2399F30}" srcOrd="1" destOrd="0" presId="urn:microsoft.com/office/officeart/2005/8/layout/pictureOrgChart+Icon"/>
    <dgm:cxn modelId="{2CE31898-9859-415C-9E73-9765E8C47A63}" type="presParOf" srcId="{1FC3E38A-009E-4504-BF19-9494AA964F1A}" destId="{BE053FEC-775B-4528-8BA0-E396BFA0B417}" srcOrd="2" destOrd="0" presId="urn:microsoft.com/office/officeart/2005/8/layout/pictureOrgChart+Icon"/>
    <dgm:cxn modelId="{73569A64-68F4-47E9-803A-89216C84E0A3}" type="presParOf" srcId="{38A7D93B-4519-4224-BFC5-BB2BD6AB4302}" destId="{F3AE2617-DC11-452C-8447-9892DEE03AE4}" srcOrd="1" destOrd="0" presId="urn:microsoft.com/office/officeart/2005/8/layout/pictureOrgChart+Icon"/>
    <dgm:cxn modelId="{1FDE87F1-10EE-4592-B1A4-879D20CE52A6}" type="presParOf" srcId="{F3AE2617-DC11-452C-8447-9892DEE03AE4}" destId="{F5B53E93-B924-4561-B9CE-079CFD992AE8}" srcOrd="0" destOrd="0" presId="urn:microsoft.com/office/officeart/2005/8/layout/pictureOrgChart+Icon"/>
    <dgm:cxn modelId="{A2F5FC96-6C89-4E7A-BF6F-FA24E1336C23}" type="presParOf" srcId="{F3AE2617-DC11-452C-8447-9892DEE03AE4}" destId="{EF80E6DF-07E4-44A6-8028-2774259AB00C}" srcOrd="1" destOrd="0" presId="urn:microsoft.com/office/officeart/2005/8/layout/pictureOrgChart+Icon"/>
    <dgm:cxn modelId="{498AB0D9-D058-479C-8D68-984EB27CEC6B}" type="presParOf" srcId="{EF80E6DF-07E4-44A6-8028-2774259AB00C}" destId="{6988CD92-D640-493A-AC2D-2CA2CD1AC481}" srcOrd="0" destOrd="0" presId="urn:microsoft.com/office/officeart/2005/8/layout/pictureOrgChart+Icon"/>
    <dgm:cxn modelId="{390A38F3-E53E-4BA3-922D-D8E48188F866}" type="presParOf" srcId="{6988CD92-D640-493A-AC2D-2CA2CD1AC481}" destId="{57EBEE5B-1FE6-4E9C-86D4-6DF2E93FDAFA}" srcOrd="0" destOrd="0" presId="urn:microsoft.com/office/officeart/2005/8/layout/pictureOrgChart+Icon"/>
    <dgm:cxn modelId="{0C7F8F7B-BA8A-47EC-A7E2-7A85154FEFE5}" type="presParOf" srcId="{6988CD92-D640-493A-AC2D-2CA2CD1AC481}" destId="{84B222E1-0403-48F2-8DC5-F068DAA45207}" srcOrd="1" destOrd="0" presId="urn:microsoft.com/office/officeart/2005/8/layout/pictureOrgChart+Icon"/>
    <dgm:cxn modelId="{176EBADD-1A90-4C1F-A57A-82294F4FE282}" type="presParOf" srcId="{6988CD92-D640-493A-AC2D-2CA2CD1AC481}" destId="{0A2E2156-1C7F-4AAA-86DC-2630D468ABA9}" srcOrd="2" destOrd="0" presId="urn:microsoft.com/office/officeart/2005/8/layout/pictureOrgChart+Icon"/>
    <dgm:cxn modelId="{1E0D3051-7C7F-4F0F-B87D-3EBEEC4BDB7B}" type="presParOf" srcId="{EF80E6DF-07E4-44A6-8028-2774259AB00C}" destId="{CDFA1288-B3F4-45AC-BEBE-2A1294617666}" srcOrd="1" destOrd="0" presId="urn:microsoft.com/office/officeart/2005/8/layout/pictureOrgChart+Icon"/>
    <dgm:cxn modelId="{6389C3F0-59B5-4443-AE20-4DC990AC53FC}" type="presParOf" srcId="{EF80E6DF-07E4-44A6-8028-2774259AB00C}" destId="{89F5ABF6-BEEC-4995-9075-7AC437FAE5E7}" srcOrd="2" destOrd="0" presId="urn:microsoft.com/office/officeart/2005/8/layout/pictureOrgChart+Icon"/>
    <dgm:cxn modelId="{DA5BB9D3-C1DA-41A0-96ED-7011A8FA5E43}" type="presParOf" srcId="{F3AE2617-DC11-452C-8447-9892DEE03AE4}" destId="{15186CE3-899F-40F2-A894-9F6C790508D7}" srcOrd="2" destOrd="0" presId="urn:microsoft.com/office/officeart/2005/8/layout/pictureOrgChart+Icon"/>
    <dgm:cxn modelId="{B68FDAFA-4804-487B-8229-DB41E053356D}" type="presParOf" srcId="{F3AE2617-DC11-452C-8447-9892DEE03AE4}" destId="{B19EB2BC-AFB0-4BDA-B9C8-DD34C5BF34FD}" srcOrd="3" destOrd="0" presId="urn:microsoft.com/office/officeart/2005/8/layout/pictureOrgChart+Icon"/>
    <dgm:cxn modelId="{242C0BAC-4B0B-4C07-815F-0F1ECBEF66A8}" type="presParOf" srcId="{B19EB2BC-AFB0-4BDA-B9C8-DD34C5BF34FD}" destId="{A7FE5789-A198-4DE4-B522-9E8A2B883DFF}" srcOrd="0" destOrd="0" presId="urn:microsoft.com/office/officeart/2005/8/layout/pictureOrgChart+Icon"/>
    <dgm:cxn modelId="{6C9F3FE4-C703-417D-B2BB-3B49C236AB5B}" type="presParOf" srcId="{A7FE5789-A198-4DE4-B522-9E8A2B883DFF}" destId="{8E12965B-0109-4AB7-BF39-7BE05E62BC0A}" srcOrd="0" destOrd="0" presId="urn:microsoft.com/office/officeart/2005/8/layout/pictureOrgChart+Icon"/>
    <dgm:cxn modelId="{F19CEF3D-1424-44D3-8D39-89D78A072FC6}" type="presParOf" srcId="{A7FE5789-A198-4DE4-B522-9E8A2B883DFF}" destId="{852523CD-026F-4FCB-AA5D-06FFBEFB1C7B}" srcOrd="1" destOrd="0" presId="urn:microsoft.com/office/officeart/2005/8/layout/pictureOrgChart+Icon"/>
    <dgm:cxn modelId="{4DCBD3A8-DEDE-4794-A7B7-646886FAFC13}" type="presParOf" srcId="{A7FE5789-A198-4DE4-B522-9E8A2B883DFF}" destId="{FBBE7FF1-C7CB-4D15-B921-FEC5E102F984}" srcOrd="2" destOrd="0" presId="urn:microsoft.com/office/officeart/2005/8/layout/pictureOrgChart+Icon"/>
    <dgm:cxn modelId="{0704344B-AE84-45DC-A41F-32CD06EBF2EC}" type="presParOf" srcId="{B19EB2BC-AFB0-4BDA-B9C8-DD34C5BF34FD}" destId="{09C67986-C381-4935-8FD3-62D52D06CC4D}" srcOrd="1" destOrd="0" presId="urn:microsoft.com/office/officeart/2005/8/layout/pictureOrgChart+Icon"/>
    <dgm:cxn modelId="{4D6FA1D7-A75E-4238-9F36-ECFC5A55B6FA}" type="presParOf" srcId="{B19EB2BC-AFB0-4BDA-B9C8-DD34C5BF34FD}" destId="{770D2313-8E5E-424B-8BA0-16152BBEA868}" srcOrd="2" destOrd="0" presId="urn:microsoft.com/office/officeart/2005/8/layout/pictureOrgChart+Icon"/>
    <dgm:cxn modelId="{9C6BA67D-F876-4C68-A4D7-1E40E8B0F542}" type="presParOf" srcId="{F3AE2617-DC11-452C-8447-9892DEE03AE4}" destId="{212A5E5E-348B-4654-8049-2212489D1E67}" srcOrd="4" destOrd="0" presId="urn:microsoft.com/office/officeart/2005/8/layout/pictureOrgChart+Icon"/>
    <dgm:cxn modelId="{E578CF22-A599-44F7-AD12-3D5CBFAC28E7}" type="presParOf" srcId="{F3AE2617-DC11-452C-8447-9892DEE03AE4}" destId="{DA0EA054-9E23-4122-8F49-A88A7DDE0F9B}" srcOrd="5" destOrd="0" presId="urn:microsoft.com/office/officeart/2005/8/layout/pictureOrgChart+Icon"/>
    <dgm:cxn modelId="{1F4A213C-8277-43E1-A8F6-01DBB01B4FEB}" type="presParOf" srcId="{DA0EA054-9E23-4122-8F49-A88A7DDE0F9B}" destId="{72F7DF51-AA56-4966-82CB-D124E1B7EC40}" srcOrd="0" destOrd="0" presId="urn:microsoft.com/office/officeart/2005/8/layout/pictureOrgChart+Icon"/>
    <dgm:cxn modelId="{A979F50B-4C83-415C-9E0F-3ADADA7B2218}" type="presParOf" srcId="{72F7DF51-AA56-4966-82CB-D124E1B7EC40}" destId="{6DAD2A95-ACF4-40DE-AD4F-6347AC2A01F7}" srcOrd="0" destOrd="0" presId="urn:microsoft.com/office/officeart/2005/8/layout/pictureOrgChart+Icon"/>
    <dgm:cxn modelId="{4F0A4BF0-31B9-414F-AC41-1638883EA7D3}" type="presParOf" srcId="{72F7DF51-AA56-4966-82CB-D124E1B7EC40}" destId="{A3211FAD-3FF2-4572-8D03-604D63120E0F}" srcOrd="1" destOrd="0" presId="urn:microsoft.com/office/officeart/2005/8/layout/pictureOrgChart+Icon"/>
    <dgm:cxn modelId="{C52DF27E-D04D-4580-B0D6-859E95C3B796}" type="presParOf" srcId="{72F7DF51-AA56-4966-82CB-D124E1B7EC40}" destId="{44B3C47B-8AA4-4DCF-BBD7-0BCB2183A673}" srcOrd="2" destOrd="0" presId="urn:microsoft.com/office/officeart/2005/8/layout/pictureOrgChart+Icon"/>
    <dgm:cxn modelId="{324F9C88-7F48-4BAA-BBCE-18C422D2B6F4}" type="presParOf" srcId="{DA0EA054-9E23-4122-8F49-A88A7DDE0F9B}" destId="{BC7791BA-4088-4FF4-B3AA-8781E05CD53C}" srcOrd="1" destOrd="0" presId="urn:microsoft.com/office/officeart/2005/8/layout/pictureOrgChart+Icon"/>
    <dgm:cxn modelId="{870788B1-D7E0-462D-A729-3DC424D72F2D}" type="presParOf" srcId="{DA0EA054-9E23-4122-8F49-A88A7DDE0F9B}" destId="{18809054-8C74-4CAE-84F0-2B3863828130}" srcOrd="2" destOrd="0" presId="urn:microsoft.com/office/officeart/2005/8/layout/pictureOrgChart+Icon"/>
    <dgm:cxn modelId="{924D9F90-E72C-4C87-96DA-CC7F377AB897}" type="presParOf" srcId="{38A7D93B-4519-4224-BFC5-BB2BD6AB4302}" destId="{3D0C275B-BB0D-4D60-9892-2E41A5D8EE6E}" srcOrd="2" destOrd="0" presId="urn:microsoft.com/office/officeart/2005/8/layout/pictureOrgChart+Icon"/>
    <dgm:cxn modelId="{0DC85BBA-9F0F-49C8-890A-AAAB0BE7244D}" type="presParOf" srcId="{3D0C275B-BB0D-4D60-9892-2E41A5D8EE6E}" destId="{C846C8F0-DAF6-4E8D-941C-42AB8BF223A8}" srcOrd="0" destOrd="0" presId="urn:microsoft.com/office/officeart/2005/8/layout/pictureOrgChart+Icon"/>
    <dgm:cxn modelId="{BA2B1CF2-901F-4935-84DA-FC2AE0A96DD0}" type="presParOf" srcId="{3D0C275B-BB0D-4D60-9892-2E41A5D8EE6E}" destId="{C355837F-C1B1-453D-B254-41A4AA62EABB}" srcOrd="1" destOrd="0" presId="urn:microsoft.com/office/officeart/2005/8/layout/pictureOrgChart+Icon"/>
    <dgm:cxn modelId="{A39FDF4A-97D8-4229-B46D-85A60A307D0C}" type="presParOf" srcId="{C355837F-C1B1-453D-B254-41A4AA62EABB}" destId="{FB51CDD2-7820-4E69-BEF3-96F3171D97A2}" srcOrd="0" destOrd="0" presId="urn:microsoft.com/office/officeart/2005/8/layout/pictureOrgChart+Icon"/>
    <dgm:cxn modelId="{40B56173-5862-4D96-84C3-71E057FF13D7}" type="presParOf" srcId="{FB51CDD2-7820-4E69-BEF3-96F3171D97A2}" destId="{6C4E16E9-8DF4-4180-9601-936D71B2E7A5}" srcOrd="0" destOrd="0" presId="urn:microsoft.com/office/officeart/2005/8/layout/pictureOrgChart+Icon"/>
    <dgm:cxn modelId="{2E57186B-5E50-4874-A85E-83A09E33F3B0}" type="presParOf" srcId="{FB51CDD2-7820-4E69-BEF3-96F3171D97A2}" destId="{E367FADA-E309-46AA-B035-2223FE78E78F}" srcOrd="1" destOrd="0" presId="urn:microsoft.com/office/officeart/2005/8/layout/pictureOrgChart+Icon"/>
    <dgm:cxn modelId="{3AF5AF21-027C-4685-AEDD-4AE215FABF71}" type="presParOf" srcId="{FB51CDD2-7820-4E69-BEF3-96F3171D97A2}" destId="{F1634833-D942-4929-AD41-3F40C25535D6}" srcOrd="2" destOrd="0" presId="urn:microsoft.com/office/officeart/2005/8/layout/pictureOrgChart+Icon"/>
    <dgm:cxn modelId="{34E1FAF9-D95D-4309-AE34-F5138B9B93A4}" type="presParOf" srcId="{C355837F-C1B1-453D-B254-41A4AA62EABB}" destId="{08A9A9D0-6B94-4CA6-8768-D45E926143BF}" srcOrd="1" destOrd="0" presId="urn:microsoft.com/office/officeart/2005/8/layout/pictureOrgChart+Icon"/>
    <dgm:cxn modelId="{02B470CE-86AF-4D67-8BB6-2CC0C4D05392}" type="presParOf" srcId="{C355837F-C1B1-453D-B254-41A4AA62EABB}" destId="{73785C0C-D9B6-4FAC-98E7-7EBA167A0AC4}" srcOrd="2" destOrd="0" presId="urn:microsoft.com/office/officeart/2005/8/layout/pictureOrgChar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46C8F0-DAF6-4E8D-941C-42AB8BF223A8}">
      <dsp:nvSpPr>
        <dsp:cNvPr id="0" name=""/>
        <dsp:cNvSpPr/>
      </dsp:nvSpPr>
      <dsp:spPr>
        <a:xfrm>
          <a:off x="3814489" y="1616240"/>
          <a:ext cx="249510" cy="1093092"/>
        </a:xfrm>
        <a:custGeom>
          <a:avLst/>
          <a:gdLst/>
          <a:ahLst/>
          <a:cxnLst/>
          <a:rect l="0" t="0" r="0" b="0"/>
          <a:pathLst>
            <a:path>
              <a:moveTo>
                <a:pt x="249510" y="0"/>
              </a:moveTo>
              <a:lnTo>
                <a:pt x="249510" y="1093092"/>
              </a:lnTo>
              <a:lnTo>
                <a:pt x="0" y="109309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2A5E5E-348B-4654-8049-2212489D1E67}">
      <dsp:nvSpPr>
        <dsp:cNvPr id="0" name=""/>
        <dsp:cNvSpPr/>
      </dsp:nvSpPr>
      <dsp:spPr>
        <a:xfrm>
          <a:off x="4064000" y="1616240"/>
          <a:ext cx="2875309" cy="21861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6675"/>
              </a:lnTo>
              <a:lnTo>
                <a:pt x="2875309" y="1936675"/>
              </a:lnTo>
              <a:lnTo>
                <a:pt x="2875309" y="218618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186CE3-899F-40F2-A894-9F6C790508D7}">
      <dsp:nvSpPr>
        <dsp:cNvPr id="0" name=""/>
        <dsp:cNvSpPr/>
      </dsp:nvSpPr>
      <dsp:spPr>
        <a:xfrm>
          <a:off x="4018280" y="1616240"/>
          <a:ext cx="91440" cy="21861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8618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B53E93-B924-4561-B9CE-079CFD992AE8}">
      <dsp:nvSpPr>
        <dsp:cNvPr id="0" name=""/>
        <dsp:cNvSpPr/>
      </dsp:nvSpPr>
      <dsp:spPr>
        <a:xfrm>
          <a:off x="1188690" y="1616240"/>
          <a:ext cx="2875309" cy="2186185"/>
        </a:xfrm>
        <a:custGeom>
          <a:avLst/>
          <a:gdLst/>
          <a:ahLst/>
          <a:cxnLst/>
          <a:rect l="0" t="0" r="0" b="0"/>
          <a:pathLst>
            <a:path>
              <a:moveTo>
                <a:pt x="2875309" y="0"/>
              </a:moveTo>
              <a:lnTo>
                <a:pt x="2875309" y="1936675"/>
              </a:lnTo>
              <a:lnTo>
                <a:pt x="0" y="1936675"/>
              </a:lnTo>
              <a:lnTo>
                <a:pt x="0" y="218618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543EB9-4E6D-4254-B285-D40EBE974E90}">
      <dsp:nvSpPr>
        <dsp:cNvPr id="0" name=""/>
        <dsp:cNvSpPr/>
      </dsp:nvSpPr>
      <dsp:spPr>
        <a:xfrm>
          <a:off x="2875855" y="428096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217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900" kern="1200" dirty="0"/>
            <a:t>Home Page</a:t>
          </a:r>
        </a:p>
      </dsp:txBody>
      <dsp:txXfrm>
        <a:off x="2875855" y="428096"/>
        <a:ext cx="2376289" cy="1188144"/>
      </dsp:txXfrm>
    </dsp:sp>
    <dsp:sp modelId="{68099FEF-D9AA-4A88-BD36-119EE2399F30}">
      <dsp:nvSpPr>
        <dsp:cNvPr id="0" name=""/>
        <dsp:cNvSpPr/>
      </dsp:nvSpPr>
      <dsp:spPr>
        <a:xfrm>
          <a:off x="2994669" y="546910"/>
          <a:ext cx="712886" cy="950515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EBEE5B-1FE6-4E9C-86D4-6DF2E93FDAFA}">
      <dsp:nvSpPr>
        <dsp:cNvPr id="0" name=""/>
        <dsp:cNvSpPr/>
      </dsp:nvSpPr>
      <dsp:spPr>
        <a:xfrm>
          <a:off x="545" y="3802426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217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900" kern="1200" dirty="0"/>
            <a:t>Our Services</a:t>
          </a:r>
        </a:p>
      </dsp:txBody>
      <dsp:txXfrm>
        <a:off x="545" y="3802426"/>
        <a:ext cx="2376289" cy="1188144"/>
      </dsp:txXfrm>
    </dsp:sp>
    <dsp:sp modelId="{84B222E1-0403-48F2-8DC5-F068DAA45207}">
      <dsp:nvSpPr>
        <dsp:cNvPr id="0" name=""/>
        <dsp:cNvSpPr/>
      </dsp:nvSpPr>
      <dsp:spPr>
        <a:xfrm>
          <a:off x="119360" y="3921240"/>
          <a:ext cx="712886" cy="950515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12965B-0109-4AB7-BF39-7BE05E62BC0A}">
      <dsp:nvSpPr>
        <dsp:cNvPr id="0" name=""/>
        <dsp:cNvSpPr/>
      </dsp:nvSpPr>
      <dsp:spPr>
        <a:xfrm>
          <a:off x="2875855" y="3802426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217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900" kern="1200" dirty="0"/>
            <a:t>Our Products</a:t>
          </a:r>
        </a:p>
      </dsp:txBody>
      <dsp:txXfrm>
        <a:off x="2875855" y="3802426"/>
        <a:ext cx="2376289" cy="1188144"/>
      </dsp:txXfrm>
    </dsp:sp>
    <dsp:sp modelId="{852523CD-026F-4FCB-AA5D-06FFBEFB1C7B}">
      <dsp:nvSpPr>
        <dsp:cNvPr id="0" name=""/>
        <dsp:cNvSpPr/>
      </dsp:nvSpPr>
      <dsp:spPr>
        <a:xfrm>
          <a:off x="2994669" y="3921240"/>
          <a:ext cx="712886" cy="950515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AD2A95-ACF4-40DE-AD4F-6347AC2A01F7}">
      <dsp:nvSpPr>
        <dsp:cNvPr id="0" name=""/>
        <dsp:cNvSpPr/>
      </dsp:nvSpPr>
      <dsp:spPr>
        <a:xfrm>
          <a:off x="5751165" y="3802426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217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900" kern="1200" dirty="0"/>
            <a:t>Careers</a:t>
          </a:r>
        </a:p>
      </dsp:txBody>
      <dsp:txXfrm>
        <a:off x="5751165" y="3802426"/>
        <a:ext cx="2376289" cy="1188144"/>
      </dsp:txXfrm>
    </dsp:sp>
    <dsp:sp modelId="{A3211FAD-3FF2-4572-8D03-604D63120E0F}">
      <dsp:nvSpPr>
        <dsp:cNvPr id="0" name=""/>
        <dsp:cNvSpPr/>
      </dsp:nvSpPr>
      <dsp:spPr>
        <a:xfrm>
          <a:off x="5869979" y="3921240"/>
          <a:ext cx="712886" cy="950515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4E16E9-8DF4-4180-9601-936D71B2E7A5}">
      <dsp:nvSpPr>
        <dsp:cNvPr id="0" name=""/>
        <dsp:cNvSpPr/>
      </dsp:nvSpPr>
      <dsp:spPr>
        <a:xfrm>
          <a:off x="1438200" y="2115261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217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L" sz="2900" kern="1200" dirty="0"/>
            <a:t>About</a:t>
          </a:r>
        </a:p>
      </dsp:txBody>
      <dsp:txXfrm>
        <a:off x="1438200" y="2115261"/>
        <a:ext cx="2376289" cy="1188144"/>
      </dsp:txXfrm>
    </dsp:sp>
    <dsp:sp modelId="{E367FADA-E309-46AA-B035-2223FE78E78F}">
      <dsp:nvSpPr>
        <dsp:cNvPr id="0" name=""/>
        <dsp:cNvSpPr/>
      </dsp:nvSpPr>
      <dsp:spPr>
        <a:xfrm>
          <a:off x="1557015" y="2234075"/>
          <a:ext cx="712886" cy="950515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ictureOrgChart+Icon">
  <dgm:title val="Picture Organization Chart"/>
  <dgm:desc val="Use to show hierarchical information or reporting relationships in an organization, with corresponding pictures. The assistant shape and the Org Chart hanging layouts are available with this layout."/>
  <dgm:catLst>
    <dgm:cat type="hierarchy" pri="1050"/>
    <dgm:cat type="officeonline" pri="1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Marg" for="ch" forName="rootText1" refType="w" fact="1.05"/>
                  <dgm:constr type="l" for="ch" forName="rootPict1" refType="w" refFor="ch" refForName="rootText1" op="equ" fact="0.05"/>
                  <dgm:constr type="t" for="ch" forName="rootPict1" refType="h" refFor="ch" refForName="rootText1" op="equ" fact="0.1"/>
                  <dgm:constr type="w" for="ch" forName="rootPict1" refType="w" refFor="ch" refForName="rootText1" op="equ" fact="0.3"/>
                  <dgm:constr type="h" for="ch" forName="rootPict1" refType="h" refFor="ch" refForName="rootText1" op="equ" fact="0.8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Pict1" styleLbl="alignImgPlace1">
              <dgm:alg type="sp"/>
              <dgm:shape xmlns:r="http://schemas.openxmlformats.org/officeDocument/2006/relationships" type="rect" r:blip="" blipPhldr="1">
                <dgm:adjLst/>
              </dgm:shape>
              <dgm:presOf/>
              <dgm:constrLst/>
              <dgm:ruleLst/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Marg" for="ch" forName="rootText" refType="w" fact="1.05"/>
                        <dgm:constr type="l" for="ch" forName="rootPict" refType="w" fact="0.05"/>
                        <dgm:constr type="t" for="ch" forName="rootPict" refType="h" refFor="ch" refForName="rootText" fact="0.1"/>
                        <dgm:constr type="w" for="ch" forName="rootPict" refType="w" fact="0.3"/>
                        <dgm:constr type="h" for="ch" forName="rootPict" refType="h" refFor="ch" refForName="rootText" fact="0.8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Pict" styleLbl="alignImgPlace1">
                    <dgm:alg type="sp"/>
                    <dgm:shape xmlns:r="http://schemas.openxmlformats.org/officeDocument/2006/relationships" type="rect" r:blip="" blipPhldr="1">
                      <dgm:adjLst/>
                    </dgm:shape>
                    <dgm:presOf/>
                    <dgm:constrLst/>
                    <dgm:ruleLst/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Marg" for="ch" forName="rootText3" refType="w" fact="1.05"/>
                        <dgm:constr type="l" for="ch" forName="rootPict3" refType="w" fact="0.05"/>
                        <dgm:constr type="t" for="ch" forName="rootPict3" refType="h" refFor="ch" refForName="rootText3" fact="0.1"/>
                        <dgm:constr type="w" for="ch" forName="rootPict3" refType="w" fact="0.3"/>
                        <dgm:constr type="h" for="ch" forName="rootPict3" refType="h" refFor="ch" refForName="rootText3" fact="0.8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Pict3" styleLbl="alignImgPlace1">
                    <dgm:alg type="sp"/>
                    <dgm:shape xmlns:r="http://schemas.openxmlformats.org/officeDocument/2006/relationships" type="rect" r:blip="" blipPhldr="1">
                      <dgm:adjLst/>
                    </dgm:shape>
                    <dgm:presOf/>
                    <dgm:constrLst/>
                    <dgm:ruleLst/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26A8B-1922-999C-38CF-480B42172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1A85C-B2C5-BA99-E176-0A9DCCCD2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AA441-8E3C-A6C9-8C45-4F7C20BB6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98F6-4A3B-4271-A657-AC10C24E05E1}" type="datetimeFigureOut">
              <a:rPr lang="en-IL" smtClean="0"/>
              <a:t>28/01/2026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4A605-BD0C-898B-078B-414380D6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4513B-907B-9A9F-2BB5-266151C60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9D28-44CC-499D-8495-E0678EE41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58477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858FE-A994-4DDB-882A-EBF2F232A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30750-A164-D889-39A8-B893A3991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AEDAE-DE68-3B71-98AC-B29055BE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98F6-4A3B-4271-A657-AC10C24E05E1}" type="datetimeFigureOut">
              <a:rPr lang="en-IL" smtClean="0"/>
              <a:t>28/01/2026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BC25E-F833-3657-4525-AEA154BCA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D497E-3CE4-EF60-55D4-DE2449C73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9D28-44CC-499D-8495-E0678EE41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85931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4452D-80E3-E552-2378-84B159A2D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10ABB-A5AB-C89E-9B90-483E1DE57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50518-8905-3B45-9191-2EEBF320E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98F6-4A3B-4271-A657-AC10C24E05E1}" type="datetimeFigureOut">
              <a:rPr lang="en-IL" smtClean="0"/>
              <a:t>28/01/2026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23509-6D85-9770-C90C-CD558998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21A34-7B72-30E6-8C8E-22F819B5C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9D28-44CC-499D-8495-E0678EE41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9939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979D6-FE96-0651-F182-DE711A84B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A0A36-8D53-A6DF-B9B5-C9B6BDFE4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F2E2A-0B13-363C-A0C1-3536F16D5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A2306-C043-5389-DF10-9E30A6D6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98F6-4A3B-4271-A657-AC10C24E05E1}" type="datetimeFigureOut">
              <a:rPr lang="en-IL" smtClean="0"/>
              <a:t>28/01/2026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7E1EE-F4FD-4A5E-6270-34C52AEBB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DC502-93E8-F911-2D6A-21FEEEB38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9D28-44CC-499D-8495-E0678EE41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404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702D-3582-C7CE-A592-BDFCDEB0A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BA30D-281D-D536-4D29-0712B4F83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6EEE6-195A-0BE6-71D9-0633D22CE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18919-5C35-C94A-DEC8-3B4458A6A9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4FE1D3-F8FA-5D60-3F07-B4E7AD2097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87F136-DBFB-1F5A-97C7-90B05B683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98F6-4A3B-4271-A657-AC10C24E05E1}" type="datetimeFigureOut">
              <a:rPr lang="en-IL" smtClean="0"/>
              <a:t>28/01/2026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0CC68E-4FEF-A18E-6F36-AABA73371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AD263-524F-80E3-47ED-9E9D6643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9D28-44CC-499D-8495-E0678EE41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90165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6D3C9-D3F1-4FC9-94B8-32CDCA50D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979454-324A-AB67-0613-EBA5EEBC5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98F6-4A3B-4271-A657-AC10C24E05E1}" type="datetimeFigureOut">
              <a:rPr lang="en-IL" smtClean="0"/>
              <a:t>28/01/2026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B1D841-B2EB-4FDB-4682-2A530E129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002660-7299-421B-A286-2509287A8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9D28-44CC-499D-8495-E0678EE41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19328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59181-F540-B895-8DE0-1B20B2E7E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98F6-4A3B-4271-A657-AC10C24E05E1}" type="datetimeFigureOut">
              <a:rPr lang="en-IL" smtClean="0"/>
              <a:t>28/01/2026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9FC0D2-1C6A-3331-2D20-73B128D5B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6A4A4-73AF-05D9-CBE5-6AFDCD5E0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9D28-44CC-499D-8495-E0678EE41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84046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78D93-E506-412B-827E-D47EC9681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E4861-39D9-0DC4-F46C-7F413394A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E1BF-8AA3-C345-C9A5-A756870BA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8F446-82B1-B27E-2759-7DD49545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98F6-4A3B-4271-A657-AC10C24E05E1}" type="datetimeFigureOut">
              <a:rPr lang="en-IL" smtClean="0"/>
              <a:t>28/01/2026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191AB-9C69-3CB0-A007-4B68C3550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D416D-B2D4-F4E5-9037-4C72A55FC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9D28-44CC-499D-8495-E0678EE41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43173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5CCAA-65C2-3BF3-C308-2C9C9E5BC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01FB15-A698-6697-3470-532B0A06D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A7B97-88E4-A484-AA6F-EAD2A65A4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F52C3-D654-9460-C7C6-D4E1EB0C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98F6-4A3B-4271-A657-AC10C24E05E1}" type="datetimeFigureOut">
              <a:rPr lang="en-IL" smtClean="0"/>
              <a:t>28/01/2026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0BB3B-B0C1-DCAE-5058-1AF850C9F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4CBCC-5630-20E4-1048-8B9C5A7E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9D28-44CC-499D-8495-E0678EE41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30370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E72BC-E2B1-412B-5E2B-5BA826EAE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4D063-7C47-9984-09E4-98F46723E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85460-8B12-6B8D-333C-AAE60FBEB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98F6-4A3B-4271-A657-AC10C24E05E1}" type="datetimeFigureOut">
              <a:rPr lang="en-IL" smtClean="0"/>
              <a:t>28/01/2026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28C4E-D85C-4338-4420-E10DC9AB2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E1EF7-A09C-F3A4-C838-31C288F99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9D28-44CC-499D-8495-E0678EE41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03507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16FFA1-BC96-4C63-90FB-6406A969F6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F77EB-FD76-508B-8814-BA2BD5DD9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BA4CB-3383-5896-679D-D440AB271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898F6-4A3B-4271-A657-AC10C24E05E1}" type="datetimeFigureOut">
              <a:rPr lang="en-IL" smtClean="0"/>
              <a:t>28/01/2026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F93B0-412B-2620-3936-E600CCD42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15BDD-0B5C-8D62-809E-79DE94BF6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59D28-44CC-499D-8495-E0678EE41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19240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E658DC-20BA-1123-5C74-019469668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CF0B3-5370-7307-B80F-F4A4642B3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DC162-E36E-014C-8556-0CC696CDC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9898F6-4A3B-4271-A657-AC10C24E05E1}" type="datetimeFigureOut">
              <a:rPr lang="en-IL" smtClean="0"/>
              <a:t>28/01/2026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F371C-B134-9C82-7D7A-8FE28C182D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8877B-FE37-88B1-9950-0C47C778B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059D28-44CC-499D-8495-E0678EE41EE3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2027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CE574BA-9634-6E3B-39F6-BE5D0865D1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395278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5758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יעל יפה פרשטיין</dc:creator>
  <cp:lastModifiedBy>יעל יפה פרשטיין</cp:lastModifiedBy>
  <cp:revision>1</cp:revision>
  <dcterms:created xsi:type="dcterms:W3CDTF">2026-01-28T17:48:56Z</dcterms:created>
  <dcterms:modified xsi:type="dcterms:W3CDTF">2026-01-28T17:50:57Z</dcterms:modified>
</cp:coreProperties>
</file>